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Sprint 5 doesn't add new features - it makes everything already built (Sprints 1-4) demo-ready, verified, and honest about its own limits: a prepared demo account, automated checks, and real human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+ objectives combined: names what Sprint 5 is actually for (readiness, not new features), then previews the three pillars that deliver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screenshot of the actual seeded demo account - Demo Presenter, 1 project, 5 saved papers, 1 analysed, 1 synthesized.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this is a real screenshot from the terminal, not a mockup - 38 tests, all passing, at the time this was captured.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Usability: the team's own organic testing throughout the build counts as a real pass. AI Accuracy: the one genuinely open item - needs a person checking real AI answers against real papers.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slide: an honest status report, not a polished 'everything's done' claim - the middle column (automated) and the left column (demo mode) are fully verified; the right column is real, ongoing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2B276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754880" cy="4754880"/>
          </a:xfrm>
          <a:prstGeom prst="ellipse">
            <a:avLst/>
          </a:prstGeom>
          <a:solidFill>
            <a:srgbClr val="2B276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6D5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5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Integration, Testing &amp; Final Prototype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  ·   Automated Testing   ·   Human Testing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394960"/>
            <a:ext cx="2011680" cy="0"/>
          </a:xfrm>
          <a:prstGeom prst="line">
            <a:avLst/>
          </a:prstGeom>
          <a:noFill/>
          <a:ln w="25400">
            <a:solidFill>
              <a:srgbClr val="6D5E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532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Orunta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Flask / SQLAlchemy / OpenAI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SPRINT 5 PICKS 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built app to a demo-ready, tested prototype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5087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1–4 built the whole app — accounts, search, and four AI features. Sprint 5 adds no new features; it makes sure everything already built actually works, is easy to show live, and is honest about its own limits.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090672"/>
            <a:ext cx="457200" cy="457200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626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live demo bulletproof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291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Mode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8346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ready-to-present account with everything pre-filled, so the demo never depends on WiFi or a live AI call succeeding at the wrong moment.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462272"/>
            <a:ext cx="457200" cy="457200"/>
          </a:xfrm>
          <a:prstGeom prst="ellipse">
            <a:avLst/>
          </a:prstGeom>
          <a:solidFill>
            <a:srgbClr val="A869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3342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problems automatically, every time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663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42062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checks that run in seconds and verify login, search, and every AI feature's safety behavior.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5778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5833872"/>
            <a:ext cx="457200" cy="457200"/>
          </a:xfrm>
          <a:prstGeom prst="ellipse">
            <a:avLst/>
          </a:prstGeom>
          <a:solidFill>
            <a:srgbClr val="B23C6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815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7058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what only a person can catch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6035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Testing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55778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people clicking through the app, and real AI answers checked against the real papers they're about.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8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1 OF 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Mode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ready-to-present account, so the live demo never depends on luck</a:t>
            </a:r>
            <a:endParaRPr lang="en-US" sz="1400" dirty="0"/>
          </a:p>
        </p:txBody>
      </p:sp>
      <p:pic>
        <p:nvPicPr>
          <p:cNvPr id="5" name="Image 0" descr="demo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760720" cy="324040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720840" y="1828800"/>
            <a:ext cx="4919472" cy="1234440"/>
          </a:xfrm>
          <a:prstGeom prst="roundRect">
            <a:avLst>
              <a:gd name="adj" fmla="val 7407"/>
            </a:avLst>
          </a:prstGeom>
          <a:solidFill>
            <a:srgbClr val="DEF3EA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995160" y="1828800"/>
            <a:ext cx="4370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Sprint 5, a live demo meant hoping the room's WiFi held up and a real OpenAI call succeeded at exactly the right moment. Now, one command fills a real account with a real project, five papers, and every AI feature's result already generated — the actual screen a judge would see, shown here.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3246120"/>
            <a:ext cx="4919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720840" y="3657600"/>
            <a:ext cx="329184" cy="329184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2084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36" dirty="0"/>
          </a:p>
        </p:txBody>
      </p:sp>
      <p:sp>
        <p:nvSpPr>
          <p:cNvPr id="11" name="Text 8"/>
          <p:cNvSpPr txBox="1"/>
          <p:nvPr/>
        </p:nvSpPr>
        <p:spPr>
          <a:xfrm>
            <a:off x="7178040" y="3621024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sets the whole stage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931920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single script creates a login, a project, and realistic results for every feature — instantly.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720840" y="4681728"/>
            <a:ext cx="329184" cy="329184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72084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36" dirty="0"/>
          </a:p>
        </p:txBody>
      </p:sp>
      <p:sp>
        <p:nvSpPr>
          <p:cNvPr id="15" name="Text 12"/>
          <p:cNvSpPr txBox="1"/>
          <p:nvPr/>
        </p:nvSpPr>
        <p:spPr>
          <a:xfrm>
            <a:off x="7178040" y="464515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on the core path needs the internet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4956048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Summary, comparison, and chat answer shown is already saved — no live call happens during the walkthrough.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720840" y="5705856"/>
            <a:ext cx="329184" cy="329184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720840" y="5687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36" dirty="0"/>
          </a:p>
        </p:txBody>
      </p:sp>
      <p:sp>
        <p:nvSpPr>
          <p:cNvPr id="19" name="Text 16"/>
          <p:cNvSpPr txBox="1"/>
          <p:nvPr/>
        </p:nvSpPr>
        <p:spPr>
          <a:xfrm>
            <a:off x="7178040" y="5669280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it any time, right before presenting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178040" y="5980176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command again the morning of the demo and it's back to this exact, known-good state.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86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2 OF 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checks that run themselves, in seconds, every time</a:t>
            </a:r>
            <a:endParaRPr lang="en-US" sz="1400" dirty="0"/>
          </a:p>
        </p:txBody>
      </p:sp>
      <p:pic>
        <p:nvPicPr>
          <p:cNvPr id="5" name="Image 0" descr="terminal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4160520" cy="354708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E1B4B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120640" y="1828800"/>
            <a:ext cx="6519672" cy="1234440"/>
          </a:xfrm>
          <a:prstGeom prst="roundRect">
            <a:avLst>
              <a:gd name="adj" fmla="val 7407"/>
            </a:avLst>
          </a:prstGeom>
          <a:solidFill>
            <a:srgbClr val="FDEDD3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394960" y="1828800"/>
            <a:ext cx="5971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manually re-clicking through the app after every change, one command runs a whole battery of checks and reports back in under ten seconds. This is a real screenshot of this project's own test run — every line is a real, automatically-verified check.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3246120"/>
            <a:ext cx="6519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120640" y="3657600"/>
            <a:ext cx="329184" cy="329184"/>
          </a:xfrm>
          <a:prstGeom prst="ellipse">
            <a:avLst/>
          </a:prstGeom>
          <a:solidFill>
            <a:srgbClr val="A8690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12064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36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3621024"/>
            <a:ext cx="6062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things that must never break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3931920"/>
            <a:ext cx="6062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logout, and making sure every private page is actually protected from a signed-out visitor.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120640" y="4681728"/>
            <a:ext cx="329184" cy="329184"/>
          </a:xfrm>
          <a:prstGeom prst="ellipse">
            <a:avLst/>
          </a:prstGeom>
          <a:solidFill>
            <a:srgbClr val="A8690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12064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36" dirty="0"/>
          </a:p>
        </p:txBody>
      </p:sp>
      <p:sp>
        <p:nvSpPr>
          <p:cNvPr id="15" name="Text 12"/>
          <p:cNvSpPr txBox="1"/>
          <p:nvPr/>
        </p:nvSpPr>
        <p:spPr>
          <a:xfrm>
            <a:off x="5577840" y="4645152"/>
            <a:ext cx="6062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AI features play it safe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4956048"/>
            <a:ext cx="6062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feature is tested to fail with one clear message — never a crash — on bad input or a missing setup.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120640" y="5705856"/>
            <a:ext cx="329184" cy="329184"/>
          </a:xfrm>
          <a:prstGeom prst="ellipse">
            <a:avLst/>
          </a:prstGeom>
          <a:solidFill>
            <a:srgbClr val="A8690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120640" y="5687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36" dirty="0"/>
          </a:p>
        </p:txBody>
      </p:sp>
      <p:sp>
        <p:nvSpPr>
          <p:cNvPr id="19" name="Text 16"/>
          <p:cNvSpPr txBox="1"/>
          <p:nvPr/>
        </p:nvSpPr>
        <p:spPr>
          <a:xfrm>
            <a:off x="5577840" y="5669280"/>
            <a:ext cx="6062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after every change, for free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577840" y="5980176"/>
            <a:ext cx="6062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time the code changes, the whole suite runs again in seconds, catching a mistake before it ever reaches a real demo.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23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3 OF 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Testing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things only a person can judge — so people did the judging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DEF3E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79192"/>
            <a:ext cx="5349240" cy="155448"/>
          </a:xfrm>
          <a:prstGeom prst="rect">
            <a:avLst/>
          </a:prstGeom>
          <a:solidFill>
            <a:srgbClr val="DEF3E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176272"/>
            <a:ext cx="457200" cy="457200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13055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 Testing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4414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8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063240"/>
            <a:ext cx="4709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used the app hands-on throughout development — creating accounts, saving papers, and running every feature for real, across multiple real users.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965960"/>
            <a:ext cx="53492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96596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DEDD3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2679192"/>
            <a:ext cx="5349240" cy="155448"/>
          </a:xfrm>
          <a:prstGeom prst="rect">
            <a:avLst/>
          </a:prstGeom>
          <a:solidFill>
            <a:srgbClr val="FDEDD3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7960" y="2176272"/>
            <a:ext cx="457200" cy="457200"/>
          </a:xfrm>
          <a:prstGeom prst="ellipse">
            <a:avLst/>
          </a:prstGeom>
          <a:solidFill>
            <a:srgbClr val="A869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13055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Accuracy Testing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24414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6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063240"/>
            <a:ext cx="4709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is now checking real AI summaries, relevance ratings, and chat answers against the real papers they're about, using a structured checklist.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68680" y="51206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can't be automated away: a computer can confirm the app didn't crash, but only a person who's read the actual paper can say whether an AI summary is actually right.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B27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76656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5 — where things stand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from the project's own roadmap, tracked honestly — not everything is finished, and that's shown here too.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2B2768"/>
          </a:solidFill>
          <a:ln w="12700">
            <a:solidFill>
              <a:srgbClr val="3A35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95144"/>
            <a:ext cx="384048" cy="384048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40" dirty="0"/>
          </a:p>
        </p:txBody>
      </p:sp>
      <p:sp>
        <p:nvSpPr>
          <p:cNvPr id="9" name="Text 7"/>
          <p:cNvSpPr txBox="1"/>
          <p:nvPr/>
        </p:nvSpPr>
        <p:spPr>
          <a:xfrm>
            <a:off x="1335024" y="2240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present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926080"/>
            <a:ext cx="30998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— built, and tested against a WiFi-off walkthrough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205740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2B2768"/>
          </a:solidFill>
          <a:ln w="12700">
            <a:solidFill>
              <a:srgbClr val="3A35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9432" y="2295144"/>
            <a:ext cx="384048" cy="384048"/>
          </a:xfrm>
          <a:prstGeom prst="ellipse">
            <a:avLst/>
          </a:prstGeom>
          <a:solidFill>
            <a:srgbClr val="A869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99432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40" dirty="0"/>
          </a:p>
        </p:txBody>
      </p:sp>
      <p:sp>
        <p:nvSpPr>
          <p:cNvPr id="14" name="Text 12"/>
          <p:cNvSpPr txBox="1"/>
          <p:nvPr/>
        </p:nvSpPr>
        <p:spPr>
          <a:xfrm>
            <a:off x="5129784" y="2240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automatically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2926080"/>
            <a:ext cx="30998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tested, passing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search — tested, passing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feature's safety behavior — tested, passing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205740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2B2768"/>
          </a:solidFill>
          <a:ln w="12700">
            <a:solidFill>
              <a:srgbClr val="3A35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94192" y="2295144"/>
            <a:ext cx="384048" cy="384048"/>
          </a:xfrm>
          <a:prstGeom prst="ellipse">
            <a:avLst/>
          </a:prstGeom>
          <a:solidFill>
            <a:srgbClr val="B23C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94192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40" dirty="0"/>
          </a:p>
        </p:txBody>
      </p:sp>
      <p:sp>
        <p:nvSpPr>
          <p:cNvPr id="19" name="Text 17"/>
          <p:cNvSpPr txBox="1"/>
          <p:nvPr/>
        </p:nvSpPr>
        <p:spPr>
          <a:xfrm>
            <a:off x="8924544" y="2240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in motion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394192" y="2926080"/>
            <a:ext cx="30998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 — done, by the team itself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accuracy spot-check — underway now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fixing — ongoing, as issues turn up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2026-10-18T13:25:52Z</dcterms:created>
  <dcterms:modified xsi:type="dcterms:W3CDTF">2026-10-18T13:25:52Z</dcterms:modified>
</cp:coreProperties>
</file>