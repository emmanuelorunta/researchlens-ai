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Sprint 4 is where the app moved from analysing one paper at a time (Sprint 3) to reasoning across a whole saved library at once: a structured comparison matrix, a multi-paper synthesis, and a grounded Q&amp;A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+ objectives combined: names the gap, then previews the three features that close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two citation chips in the screenshot: one verified (green check), one not (amber question mark) — both render, neither is hidden.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explicit 2-paper guard as a deliberate design choice, not an oversight.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directly with Synthesis: curated subset vs. whole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slide: the final sprint's plan, straight from the project's own roadmap — demo readiness, quality validation, then end-to-end testing and bug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943600" cy="5943600"/>
          </a:xfrm>
          <a:prstGeom prst="ellipse">
            <a:avLst/>
          </a:prstGeom>
          <a:solidFill>
            <a:srgbClr val="2B2768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4754880" cy="4754880"/>
          </a:xfrm>
          <a:prstGeom prst="ellipse">
            <a:avLst/>
          </a:prstGeom>
          <a:solidFill>
            <a:srgbClr val="2B276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6D5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RESEARCHLENS AI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Intelligence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Tracking   ·   Paper Synthesis   ·   Ask the Literature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2011680" cy="0"/>
          </a:xfrm>
          <a:prstGeom prst="line">
            <a:avLst/>
          </a:prstGeom>
          <a:noFill/>
          <a:ln w="25400">
            <a:solidFill>
              <a:srgbClr val="6D5E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5532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Emmanuel Orunta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— Flask / SQLAlchemy / OpenAI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5847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SPRINT 4 PICKS UP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single-paper tools to a research workspace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CE9FE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50876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1–3 built accounts, search, and single-paper AI analysis — but every AI feature looked at exactly one paper in isolation. Sprint 4 closes that gap: three ways to reason across a whole saved library at once.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090672"/>
            <a:ext cx="457200" cy="457200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626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every AI answer in its source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291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Tracking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8346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answer links back to the exact paper and sentence it drew from, checked against that paper's own text — verified or not, never hidden.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462272"/>
            <a:ext cx="457200" cy="457200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43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3342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them into one narrative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6634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Synthesis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42062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set of saved papers and get one flowing, citation-ready synthesis across them.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5778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5833872"/>
            <a:ext cx="457200" cy="457200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815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7058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open-ended questions of the library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6035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Literature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55778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persistent, ChatGPT-style conversation grounded in every paper saved to the project.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28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Tracking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answer links back to the exact paper and sentence it drew from</a:t>
            </a:r>
            <a:endParaRPr lang="en-US" sz="1400" dirty="0"/>
          </a:p>
        </p:txBody>
      </p:sp>
      <p:pic>
        <p:nvPicPr>
          <p:cNvPr id="5" name="Image 0" descr="evidence_tr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572000" cy="423267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1E1B4B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532120" y="1828800"/>
            <a:ext cx="6108192" cy="1234440"/>
          </a:xfrm>
          <a:prstGeom prst="roundRect">
            <a:avLst>
              <a:gd name="adj" fmla="val 7407"/>
            </a:avLst>
          </a:prstGeom>
          <a:solidFill>
            <a:srgbClr val="DEF3EA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806440" y="1828800"/>
            <a:ext cx="5559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Summary, Paper Synthesis, and Ask the Literature all cite their sources at the sentence level — not just “trust the AI.” Each citation is checked against the paper's own saved text before it's ever shown, turning a generated claim into something a researcher can actually verify.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532120" y="324612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532120" y="3657600"/>
            <a:ext cx="329184" cy="329184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53212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36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3621024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trailing, machine-readable block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89320" y="3895344"/>
            <a:ext cx="5650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appends a block naming exactly which paper (and quote) each part of its answer drew from, parsed out server-side before anything is shown or saved.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532120" y="4681728"/>
            <a:ext cx="329184" cy="329184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532120" y="4663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464515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real source text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89320" y="4919472"/>
            <a:ext cx="5650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quote is verified as an exact match against the paper's own abstract or extracted text — never invented, never assumed.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532120" y="5705856"/>
            <a:ext cx="329184" cy="329184"/>
          </a:xfrm>
          <a:prstGeom prst="ellipse">
            <a:avLst/>
          </a:prstGeom>
          <a:solidFill>
            <a:srgbClr val="12805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32120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36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566928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or not, never hidden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5943600"/>
            <a:ext cx="5650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unverified quote still renders, just labeled differently — a paraphrase can legitimately fail an exact-match check without being wrong.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A869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2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 Synthesis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flowing AI narrative across several selected papers at once</a:t>
            </a:r>
            <a:endParaRPr lang="en-US" sz="1400" dirty="0"/>
          </a:p>
        </p:txBody>
      </p:sp>
      <p:pic>
        <p:nvPicPr>
          <p:cNvPr id="5" name="Image 0" descr="paper_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572000" cy="458116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1E1B4B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532120" y="1828800"/>
            <a:ext cx="6108192" cy="1234440"/>
          </a:xfrm>
          <a:prstGeom prst="roundRect">
            <a:avLst>
              <a:gd name="adj" fmla="val 7407"/>
            </a:avLst>
          </a:prstGeom>
          <a:solidFill>
            <a:srgbClr val="FDEDD3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806440" y="1828800"/>
            <a:ext cx="5559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two or more saved papers; the AI writes 5–8 paragraphs of connected prose across them — not a summary per paper. A hard two-paper minimum is enforced deliberately: a “synthesis” of one paper is just a summary wearing a different name.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532120" y="324612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532120" y="3657600"/>
            <a:ext cx="329184" cy="329184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53212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36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3621024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 per paper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89320" y="3895344"/>
            <a:ext cx="5650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build_synthesis_capsule() prefers the Matrix's four fields, falling back to the abstract or extracted text.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532120" y="4681728"/>
            <a:ext cx="329184" cy="329184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532120" y="4663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464515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like a chat reply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89320" y="4919472"/>
            <a:ext cx="5650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paper_ids are re-validated server-side, then streamed live as NDJSON, token by token.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532120" y="5705856"/>
            <a:ext cx="329184" cy="329184"/>
          </a:xfrm>
          <a:prstGeom prst="ellipse">
            <a:avLst/>
          </a:prstGeom>
          <a:solidFill>
            <a:srgbClr val="A8690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32120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36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566928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with its own sources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5943600"/>
            <a:ext cx="5650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source paper_ids are stored alongside the text, so “Based on: …” stays accurate after a reload.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23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3 OF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Literature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running, ChatGPT-style conversation grounded in a project's saved papers</a:t>
            </a:r>
            <a:endParaRPr lang="en-US" sz="1400" dirty="0"/>
          </a:p>
        </p:txBody>
      </p:sp>
      <p:pic>
        <p:nvPicPr>
          <p:cNvPr id="5" name="Image 0" descr="ask_the_litera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394960" cy="391222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1E1B4B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355080" y="1828800"/>
            <a:ext cx="5285232" cy="1234440"/>
          </a:xfrm>
          <a:prstGeom prst="roundRect">
            <a:avLst>
              <a:gd name="adj" fmla="val 7407"/>
            </a:avLst>
          </a:prstGeom>
          <a:solidFill>
            <a:srgbClr val="FBE3EA"/>
          </a:solidFill>
          <a:ln w="12700">
            <a:solidFill>
              <a:srgbClr val="E6E1FB"/>
            </a:solidFill>
            <a:prstDash val="solid"/>
          </a:ln>
          <a:effectLst>
            <a:outerShdw sx="100000" sy="100000" kx="0" ky="0" algn="bl" rotWithShape="0" blurRad="76200" dist="25400" dir="5400000">
              <a:srgbClr val="1E1B4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629400" y="1828800"/>
            <a:ext cx="4736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grounded in EVERY paper saved to the project — the whole library, not a hand-picked subset like Synthesis — so a follow-up question never needs re-selecting papers first.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355080" y="3246120"/>
            <a:ext cx="5285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55080" y="3657600"/>
            <a:ext cx="329184" cy="329184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5508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36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621024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is capped, not unbounded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389534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last 8 turns are resent to the model; full history still lives in the database and on the page.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55080" y="4681728"/>
            <a:ext cx="329184" cy="329184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55080" y="4663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36" dirty="0"/>
          </a:p>
        </p:txBody>
      </p:sp>
      <p:sp>
        <p:nvSpPr>
          <p:cNvPr id="15" name="Text 12"/>
          <p:cNvSpPr txBox="1"/>
          <p:nvPr/>
        </p:nvSpPr>
        <p:spPr>
          <a:xfrm>
            <a:off x="6812280" y="464515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Per-piece prompt budgets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12280" y="4919472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/ history / question are each capped before assembly, so the newest question can never be truncated away.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55080" y="5705856"/>
            <a:ext cx="329184" cy="329184"/>
          </a:xfrm>
          <a:prstGeom prst="ellipse">
            <a:avLst/>
          </a:prstGeom>
          <a:solidFill>
            <a:srgbClr val="B23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55080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36" dirty="0"/>
          </a:p>
        </p:txBody>
      </p:sp>
      <p:sp>
        <p:nvSpPr>
          <p:cNvPr id="19" name="Text 16"/>
          <p:cNvSpPr txBox="1"/>
          <p:nvPr/>
        </p:nvSpPr>
        <p:spPr>
          <a:xfrm>
            <a:off x="6812280" y="566928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+ Resend truncates forward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59436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 question deletes everything after it — one linear thread, never a branching one.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2B27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76656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5 — Integration, Testing &amp; Final Prototype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Sprint 3–4 features into one stable, demo-ready prototype and closes out the project.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2B2768"/>
          </a:solidFill>
          <a:ln w="12700">
            <a:solidFill>
              <a:srgbClr val="3A35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295144"/>
            <a:ext cx="384048" cy="384048"/>
          </a:xfrm>
          <a:prstGeom prst="ellipse">
            <a:avLst/>
          </a:prstGeom>
          <a:solidFill>
            <a:srgbClr val="6D5E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402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demo-ready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926080"/>
            <a:ext cx="3099816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Demo Mode — a small, prepared local dataset and an offline-safe path for the live presentation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205740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2B2768"/>
          </a:solidFill>
          <a:ln w="12700">
            <a:solidFill>
              <a:srgbClr val="3A357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99432" y="2295144"/>
            <a:ext cx="384048" cy="384048"/>
          </a:xfrm>
          <a:prstGeom prst="ellipse">
            <a:avLst/>
          </a:prstGeom>
          <a:solidFill>
            <a:srgbClr val="6D5EF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9432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14" name="Text 12"/>
          <p:cNvSpPr txBox="1"/>
          <p:nvPr/>
        </p:nvSpPr>
        <p:spPr>
          <a:xfrm>
            <a:off x="5129784" y="22402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 quality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2926080"/>
            <a:ext cx="3099816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testing — structured testing with a small group of peers across the full workflow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accuracy testing — spot-check AI summaries, relevance analysis, and Ask the Literature answers against the source papers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205740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2B2768"/>
          </a:solidFill>
          <a:ln w="12700">
            <a:solidFill>
              <a:srgbClr val="3A35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94192" y="2295144"/>
            <a:ext cx="384048" cy="384048"/>
          </a:xfrm>
          <a:prstGeom prst="ellipse">
            <a:avLst/>
          </a:prstGeom>
          <a:solidFill>
            <a:srgbClr val="6D5E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94192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8924544" y="22402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end to end, then fix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926080"/>
            <a:ext cx="3099816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authentication, academic search, and AI analysis — including the OpenAI Agent — end to end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bugs found during the testing above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2026-10-10T08:39:35Z</dcterms:created>
  <dcterms:modified xsi:type="dcterms:W3CDTF">2026-10-10T08:39:35Z</dcterms:modified>
</cp:coreProperties>
</file>