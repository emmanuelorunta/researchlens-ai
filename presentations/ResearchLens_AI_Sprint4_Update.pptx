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Sprint 4 is where the app moved from analysing one paper at a time (Sprint 3) to reasoning across a whole saved library at once: a structured comparison matrix, a multi-paper synthesis, and a grounded Q&amp;A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+ objectives combined: names the gap, then previews the three features that close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two 'Not extracted yet' rows in the screenshot, then the Export dropdown.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explicit 2-paper guard as a deliberate design choice, not an oversight.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directly with Synthesis: curated subset vs. whole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slide: tech stack, the three decisions most likely to be probed, and the roadmap into Sprint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943600" cy="5943600"/>
          </a:xfrm>
          <a:prstGeom prst="ellipse">
            <a:avLst/>
          </a:prstGeom>
          <a:solidFill>
            <a:srgbClr val="2B2768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754880" cy="4754880"/>
          </a:xfrm>
          <a:prstGeom prst="ellipse">
            <a:avLst/>
          </a:prstGeom>
          <a:solidFill>
            <a:srgbClr val="2B276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D5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Intelligence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Matrix   ·   Paper Synthesis   ·   Ask the Literature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2011680" cy="0"/>
          </a:xfrm>
          <a:prstGeom prst="line">
            <a:avLst/>
          </a:prstGeom>
          <a:noFill/>
          <a:ln w="25400">
            <a:solidFill>
              <a:srgbClr val="6D5E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Emmanuel Orunta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— Flask / SQLAlchemy / OpenAI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84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SPRINT 4 PICKS UP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single-paper tools to a research workspace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CE9FE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50876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1–3 built accounts, search, and single-paper AI analysis — but every AI feature looked at exactly one paper in isolation. Sprint 4 closes that gap: three ways to reason across a whole saved library at once.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090672"/>
            <a:ext cx="457200" cy="457200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626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papers side by side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Matrix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8346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structured, exportable table — Methodology / Sample / Findings / Limitations — across every saved paper.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462272"/>
            <a:ext cx="457200" cy="457200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43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3342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them into one narrative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663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Synthesis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42062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set of saved papers and get one flowing, citation-ready synthesis across them.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5778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5833872"/>
            <a:ext cx="457200" cy="457200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815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7058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open-ended questions of the library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6035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Literature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55778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persistent, ChatGPT-style conversation grounded in every paper saved to the project.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8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Matrix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structured, side-by-side comparison table across every saved paper</a:t>
            </a:r>
            <a:endParaRPr lang="en-US" sz="1400" dirty="0"/>
          </a:p>
        </p:txBody>
      </p:sp>
      <p:pic>
        <p:nvPicPr>
          <p:cNvPr id="5" name="Image 0" descr="literature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074920" cy="4778644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1E1B4B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035040" y="1828800"/>
            <a:ext cx="5605272" cy="1234440"/>
          </a:xfrm>
          <a:prstGeom prst="roundRect">
            <a:avLst>
              <a:gd name="adj" fmla="val 7407"/>
            </a:avLst>
          </a:prstGeom>
          <a:solidFill>
            <a:srgbClr val="DEF3EA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309360" y="1828800"/>
            <a:ext cx="50566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saved paper, four fixed columns — Methodology, Sample, Findings, Limitations. Fixing the columns keeps every row directly comparable, and the fields live on the paper itself, so they're shared the moment the same paper is saved to a second project.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3246120"/>
            <a:ext cx="5605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35040" y="3657600"/>
            <a:ext cx="329184" cy="329184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3504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36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21024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with AI, one click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3895344"/>
            <a:ext cx="5148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stream_extract_matrix_fields() asks for exactly four plain-prose paragraphs, split into the table's four cells.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035040" y="4681728"/>
            <a:ext cx="329184" cy="329184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35040" y="4663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4645152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by hand, any time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919472"/>
            <a:ext cx="5148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edits use the exact same save path as AI extraction — neither is treated as more authoritative.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35040" y="5705856"/>
            <a:ext cx="329184" cy="329184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035040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36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566928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export, three formats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5943600"/>
            <a:ext cx="5148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(openpyxl), PDF (reportlab), and Word (python-docx) all read from one shared row-builder, so they can't drift apart.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A869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Synthesis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flowing AI narrative across several selected papers at once</a:t>
            </a:r>
            <a:endParaRPr lang="en-US" sz="1400" dirty="0"/>
          </a:p>
        </p:txBody>
      </p:sp>
      <p:pic>
        <p:nvPicPr>
          <p:cNvPr id="5" name="Image 0" descr="paper_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572000" cy="458116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1E1B4B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532120" y="1828800"/>
            <a:ext cx="6108192" cy="1234440"/>
          </a:xfrm>
          <a:prstGeom prst="roundRect">
            <a:avLst>
              <a:gd name="adj" fmla="val 7407"/>
            </a:avLst>
          </a:prstGeom>
          <a:solidFill>
            <a:srgbClr val="FDEDD3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806440" y="1828800"/>
            <a:ext cx="5559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two or more saved papers; the AI writes 5–8 paragraphs of connected prose across them — not a summary per paper. A hard two-paper minimum is enforced deliberately: a “synthesis” of one paper is just a summary wearing a different name.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532120" y="324612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532120" y="3657600"/>
            <a:ext cx="329184" cy="329184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3212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36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3621024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 per paper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89320" y="3895344"/>
            <a:ext cx="5650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build_synthesis_capsule() prefers the Matrix's four fields, falling back to the abstract or extracted text.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532120" y="4681728"/>
            <a:ext cx="329184" cy="329184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532120" y="4663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464515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like a chat reply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89320" y="4919472"/>
            <a:ext cx="5650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paper_ids are re-validated server-side, then streamed live as NDJSON, token by token.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532120" y="5705856"/>
            <a:ext cx="329184" cy="329184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32120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36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566928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with its own sources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5943600"/>
            <a:ext cx="5650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source paper_ids are stored alongside the text, so “Based on: …” stays accurate after a reload.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23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3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Literature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running, ChatGPT-style conversation grounded in a project's saved papers</a:t>
            </a:r>
            <a:endParaRPr lang="en-US" sz="1400" dirty="0"/>
          </a:p>
        </p:txBody>
      </p:sp>
      <p:pic>
        <p:nvPicPr>
          <p:cNvPr id="5" name="Image 0" descr="ask_the_litera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394960" cy="391222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1E1B4B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355080" y="1828800"/>
            <a:ext cx="5285232" cy="1234440"/>
          </a:xfrm>
          <a:prstGeom prst="roundRect">
            <a:avLst>
              <a:gd name="adj" fmla="val 7407"/>
            </a:avLst>
          </a:prstGeom>
          <a:solidFill>
            <a:srgbClr val="FBE3EA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629400" y="1828800"/>
            <a:ext cx="4736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grounded in EVERY paper saved to the project — the whole library, not a hand-picked subset like Synthesis — so a follow-up question never needs re-selecting papers first.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3246120"/>
            <a:ext cx="5285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55080" y="3657600"/>
            <a:ext cx="329184" cy="329184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5508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36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621024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capped, not unbounded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389534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last 8 turns are resent to the model; full history still lives in the database and on the page.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55080" y="4681728"/>
            <a:ext cx="329184" cy="329184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55080" y="4663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464515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Per-piece prompt budgets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4919472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/ history / question are each capped before assembly, so the newest question can never be truncated away.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55080" y="5705856"/>
            <a:ext cx="329184" cy="329184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55080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36" dirty="0"/>
          </a:p>
        </p:txBody>
      </p:sp>
      <p:sp>
        <p:nvSpPr>
          <p:cNvPr id="19" name="Text 16"/>
          <p:cNvSpPr txBox="1"/>
          <p:nvPr/>
        </p:nvSpPr>
        <p:spPr>
          <a:xfrm>
            <a:off x="6812280" y="566928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+ Resend truncates forward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59436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 question deletes everything after it — one linear thread, never a branching one.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2B27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· THOUGHT PROCESS · WHAT'S NEXT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Tech, decisions, and the road ahead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2B2768"/>
          </a:solidFill>
          <a:ln w="12700">
            <a:solidFill>
              <a:srgbClr val="3A357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84248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441448"/>
            <a:ext cx="3099816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Responses API, streamed token-by-token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+ the app's existing lightweight migration helper (no new framework)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openpyxl · reportlab · python-docx, one shared row-builder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NDJSON over fetch(), one generic streaming handler reused by every feature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2B2768"/>
          </a:solidFill>
          <a:ln w="12700">
            <a:solidFill>
              <a:srgbClr val="3A35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99432" y="1984248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decisions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2441448"/>
            <a:ext cx="3099816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fields live on Paper, not per-project — a paper's methodology doesn't change by project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 hard-requires 2+ papers — an explicit guard beats a result that quietly reads wrong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linear chat thread — an edited question truncates forward rather than branching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38160" y="178308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2B2768"/>
          </a:solidFill>
          <a:ln w="12700">
            <a:solidFill>
              <a:srgbClr val="3A357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1984248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94192" y="2441448"/>
            <a:ext cx="3099816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(underway): evidence tracking — citing the exact sentence each AI claim came from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tool-using OpenAI Agent, beyond today's prompt-and-stream pattern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broader usability and AI-accuracy testing pass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2026-10-04T09:41:17Z</dcterms:created>
  <dcterms:modified xsi:type="dcterms:W3CDTF">2026-10-04T09:41:17Z</dcterms:modified>
</cp:coreProperties>
</file>