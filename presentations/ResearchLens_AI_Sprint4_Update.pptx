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Sprint 4 is where the app moved from analysing one paper at a time (Sprint 3) to reasoning across a whole saved library at once: a structured comparison matrix, a multi-paper synthesis, and a grounded Q&amp;A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objectives combined: names the gap, then previews the three features that close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two citation chips in the screenshot: one verified (green check), one not (amber question mark) — both render, neither is 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explicit 2-paper guard as a deliberate design choice, not an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directly with Synthesis: curated subset vs. whole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slide: the final sprint's plan, straight from the project's own roadmap — demo readiness, quality validation, then end-to-end testing and bug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943600" cy="59436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754880" cy="475488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D5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Intelligence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Tracking   ·   Paper Synthesis   ·   Ask the Literature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2011680" cy="0"/>
          </a:xfrm>
          <a:prstGeom prst="line">
            <a:avLst/>
          </a:prstGeom>
          <a:noFill/>
          <a:ln w="25400">
            <a:solidFill>
              <a:srgbClr val="6D5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Emmanuel Orunta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Flask / SQLAlchemy / OpenAI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84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SPRINT 4 PICKS 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single-paper tools to a research workspace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CE9FE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5087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1–3 built accounts, search, and single-paper AI analysis — but every AI feature looked at exactly one paper in isolation. Sprint 4 closes that gap: three ways to reason across a whole saved library at once.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90672"/>
            <a:ext cx="457200" cy="457200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626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every AI answer in its source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Tracking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answer links back to the exact paper and sentence it drew from, checked against that paper's own text — verified or not, never hidden.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462272"/>
            <a:ext cx="457200" cy="457200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43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334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them into one narrative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663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2062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set of saved papers and get one flowing, citation-ready synthesis across them.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5778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5833872"/>
            <a:ext cx="457200" cy="457200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7058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open-ended questions of the library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6035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5577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persistent, ChatGPT-style conversation grounded in every paper saved to the project.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8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Tracking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answer links back to the exact paper and sentence it drew from</a:t>
            </a:r>
            <a:endParaRPr lang="en-US" sz="1400" dirty="0"/>
          </a:p>
        </p:txBody>
      </p:sp>
      <p:pic>
        <p:nvPicPr>
          <p:cNvPr id="5" name="Image 0" descr="evidence_tr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572000" cy="423267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532120" y="1828800"/>
            <a:ext cx="6108192" cy="1234440"/>
          </a:xfrm>
          <a:prstGeom prst="roundRect">
            <a:avLst>
              <a:gd name="adj" fmla="val 7407"/>
            </a:avLst>
          </a:prstGeom>
          <a:solidFill>
            <a:srgbClr val="DEF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06440" y="1828800"/>
            <a:ext cx="5559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Summary, Paper Synthesis, and Ask the Literature all cite their sources at the sentence level — not just “trust the AI.” Each citation is checked against the paper's own saved text before it's ever shown, turning a generated claim into something a researcher can actually verify.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24612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3657600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321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621024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comes with a receipt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931920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doesn't just give an answer — it also says which paper, and which exact sentence, it got that answer from.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532120" y="4681728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3212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464515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 the quote is real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4956048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automatically compares that sentence against the actual paper, to make sure it's really there.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532120" y="5705856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3212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56692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either way, clearly labeled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980176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quote checks out, it's marked verified. If not, it's still shown — just flagged — so nothing is hidden.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69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flowing AI narrative across several selected papers at once</a:t>
            </a:r>
            <a:endParaRPr lang="en-US" sz="1400" dirty="0"/>
          </a:p>
        </p:txBody>
      </p:sp>
      <p:pic>
        <p:nvPicPr>
          <p:cNvPr id="5" name="Image 0" descr="paper_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572000" cy="458116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532120" y="1828800"/>
            <a:ext cx="6108192" cy="1234440"/>
          </a:xfrm>
          <a:prstGeom prst="roundRect">
            <a:avLst>
              <a:gd name="adj" fmla="val 7407"/>
            </a:avLst>
          </a:prstGeom>
          <a:solidFill>
            <a:srgbClr val="FDEDD3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06440" y="1828800"/>
            <a:ext cx="5559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two or more saved papers; the AI writes 5–8 paragraphs of connected prose across them — not a summary per paper. A hard two-paper minimum is enforced deliberately: a “synthesis” of one paper is just a summary wearing a different name.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24612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3657600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321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621024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few papers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931920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two or more papers you've already saved to the project.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532120" y="4681728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3212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464515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one combined write-up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4956048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six separate summaries, you get one piece of writing that connects and compares them.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532120" y="5705856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3212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56692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what it's based 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980176"/>
            <a:ext cx="5650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always shows which papers it used, so you can double check.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23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running, ChatGPT-style conversation grounded in a project's saved papers</a:t>
            </a:r>
            <a:endParaRPr lang="en-US" sz="1400" dirty="0"/>
          </a:p>
        </p:txBody>
      </p:sp>
      <p:pic>
        <p:nvPicPr>
          <p:cNvPr id="5" name="Image 0" descr="ask_the_liter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394960" cy="391222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355080" y="1828800"/>
            <a:ext cx="5285232" cy="1234440"/>
          </a:xfrm>
          <a:prstGeom prst="roundRect">
            <a:avLst>
              <a:gd name="adj" fmla="val 7407"/>
            </a:avLst>
          </a:prstGeom>
          <a:solidFill>
            <a:srgbClr val="FBE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29400" y="1828800"/>
            <a:ext cx="4736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grounded in EVERY paper saved to the project — the whole library, not a hand-picked subset like Synthesis — so a follow-up question never needs re-selecting papers first.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324612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3657600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5508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21024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your own words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931920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question about your saved papers, just like texting a research assistant.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55080" y="4681728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64515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everything you've saved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495604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draws on every paper in the project, not just one or two.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355080" y="5705856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6812280" y="566928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conversation going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5980176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follow-up questions, or edit an earlier one to get a fresh answer.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 — Integration, Testing &amp; Final Prototype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Sprint 3–4 features into one stable, demo-ready prototype and closes out the project.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demo-ready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Demo Mode — a small, prepared local dataset and an offline-safe path for the live presentation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9943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943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quality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 — structured testing with a small group of peers across the full workflow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accuracy testing — spot-check AI summaries, relevance analysis, and Ask the Literature answers against the source papers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9419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9419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892454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end to end, then fix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authentication, academic search, and AI analysis end to end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bugs found during the testing above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2026-10-10T08:52:18Z</dcterms:created>
  <dcterms:modified xsi:type="dcterms:W3CDTF">2026-10-10T08:52:18Z</dcterms:modified>
</cp:coreProperties>
</file>