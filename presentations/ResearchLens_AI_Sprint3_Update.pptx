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Sprint 3 update deck (condensed 4-slide version), formatted to match the Sprint 1 and Sprint 2 decks. Covers the four Sprint 3 roadmap items: OpenAI integration, AI-generated paper summaries, relevance analysis, and the new multi-note system - scoped strictly to Sprint 3 of the 5-sprint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core objectives for Sprint 3, each mapped 1:1 to a roadmap line item: OpenAI API integration, AI-generated paper summarisation, relevance analysis, and the new multi-note system (user notes). PDF upload, the fifth Sprint 3 roadmap item, is omitted here since it actually shipped early in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checklist alongside a real screenshot of the per-paper detail page, not a mockup - shows the AI Summary card as rendered by the actual template and stylesheet. Scoped to the four Sprint 3 roadmap items: OpenAI integration, summarisation, relevance analysis, and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achievements: the structured 300-500 word summary format, two independent AI analyses per paper, the new AI Paper Analysis hub, the multi-note system, and the automatic legacy-notes migration. This closes out all four Sprint 3 roadmap items; Sprint 4 (agentic RAG) is out of scope for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7243A"/>
          </a:solidFill>
          <a:ln w="12700">
            <a:solidFill>
              <a:srgbClr val="2A3A54"/>
            </a:solidFill>
            <a:prstDash val="solid"/>
          </a:ln>
        </p:spPr>
      </p:sp>
      <p:pic>
        <p:nvPicPr>
          <p:cNvPr id="3" name="Image 0" descr="/tmp/claude-0/-home-claude/8aa44312-0fe2-5592-9e58-f7573fdf65a9/scratchpad/pptx_work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4754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ResearchLens AI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02920" y="233172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7243A"/>
          </a:solidFill>
          <a:ln w="12700">
            <a:solidFill>
              <a:srgbClr val="2F436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2331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FD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OF 5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743200"/>
            <a:ext cx="9601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Progress Update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63931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OpenAI-powered paper summaries, relevance analysis, and a multi-note system for saved papers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502920" y="4343400"/>
            <a:ext cx="2033626" cy="384048"/>
          </a:xfrm>
          <a:prstGeom prst="roundRect">
            <a:avLst>
              <a:gd name="adj" fmla="val 50000"/>
            </a:avLst>
          </a:prstGeom>
          <a:solidFill>
            <a:srgbClr val="17243A"/>
          </a:solidFill>
          <a:ln w="12700">
            <a:solidFill>
              <a:srgbClr val="2F43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4343400"/>
            <a:ext cx="20336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Integration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719426" y="4343400"/>
            <a:ext cx="1441094" cy="384048"/>
          </a:xfrm>
          <a:prstGeom prst="roundRect">
            <a:avLst>
              <a:gd name="adj" fmla="val 50000"/>
            </a:avLst>
          </a:prstGeom>
          <a:solidFill>
            <a:srgbClr val="17243A"/>
          </a:solidFill>
          <a:ln w="12700">
            <a:solidFill>
              <a:srgbClr val="2F43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19426" y="434340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43400" y="4343400"/>
            <a:ext cx="2033626" cy="384048"/>
          </a:xfrm>
          <a:prstGeom prst="roundRect">
            <a:avLst>
              <a:gd name="adj" fmla="val 50000"/>
            </a:avLst>
          </a:prstGeom>
          <a:solidFill>
            <a:srgbClr val="17243A"/>
          </a:solidFill>
          <a:ln w="12700">
            <a:solidFill>
              <a:srgbClr val="2F43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43400" y="4343400"/>
            <a:ext cx="20336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Analysis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59906" y="4343400"/>
            <a:ext cx="1934870" cy="384048"/>
          </a:xfrm>
          <a:prstGeom prst="roundRect">
            <a:avLst>
              <a:gd name="adj" fmla="val 50000"/>
            </a:avLst>
          </a:prstGeom>
          <a:solidFill>
            <a:srgbClr val="17243A"/>
          </a:solidFill>
          <a:ln w="12700">
            <a:solidFill>
              <a:srgbClr val="2F43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59906" y="4343400"/>
            <a:ext cx="19348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Multi-Note System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6080760"/>
            <a:ext cx="11185855" cy="0"/>
          </a:xfrm>
          <a:prstGeom prst="line">
            <a:avLst/>
          </a:prstGeom>
          <a:noFill/>
          <a:ln w="12700">
            <a:solidFill>
              <a:srgbClr val="24355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ResearchLens  ·  Capstone Project  ·  Sep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Core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project roadmap's Sprint 3 scope: OpenAI integration, paper summarisation, relevance analysis, and user notes.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1E2A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892808"/>
            <a:ext cx="566928" cy="566928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6" name="Image 0" descr="/tmp/claude-0/-home-claude/8aa44312-0fe2-5592-9e58-f7573fdf65a9/scratchpad/pptx_work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929" y="2040209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9280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OpenAI API Integration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2560320"/>
            <a:ext cx="482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wired in through a dedicated service layer (openai_service.py), following the same pattern already used for search and authentication.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5410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1E2A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71336" y="1892808"/>
            <a:ext cx="566928" cy="566928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1" name="Image 1" descr="/tmp/claude-0/-home-claude/8aa44312-0fe2-5592-9e58-f7573fdf65a9/scratchpad/pptx_work/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737" y="204020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189280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Summaries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571336" y="2560320"/>
            <a:ext cx="482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300-500 word OpenAI-generated summary for any saved paper, drawn from its abstract, extracted PDF text, or open-access full text.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4023360"/>
            <a:ext cx="5410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1E2A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5528" y="4315968"/>
            <a:ext cx="566928" cy="566928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6" name="Image 2" descr="/tmp/claude-0/-home-claude/8aa44312-0fe2-5592-9e58-f7573fdf65a9/scratchpad/pptx_work/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29" y="446336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431596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 Analysis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795528" y="4983480"/>
            <a:ext cx="482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assessment of how well a saved paper answers the project's own research question - not a generic summary, but a project-specific judgement.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410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5400000">
              <a:srgbClr val="1E2A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71336" y="4315968"/>
            <a:ext cx="566928" cy="566928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21" name="Image 3" descr="/tmp/claude-0/-home-claude/8aa44312-0fe2-5592-9e58-f7573fdf65a9/scratchpad/pptx_work/icons/ed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737" y="446336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30288" y="431596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Multi-Note System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6571336" y="4983480"/>
            <a:ext cx="4824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papers now hold any number of titled notes instead of one free-text field, each addable, editable, and deletable on its own.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3 Update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Implemented Features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- screenshot taken directly from the running app.</a:t>
            </a:r>
            <a:endParaRPr lang="en-US" sz="1350" dirty="0"/>
          </a:p>
        </p:txBody>
      </p:sp>
      <p:pic>
        <p:nvPicPr>
          <p:cNvPr id="4" name="Image 0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09928"/>
            <a:ext cx="201168" cy="201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" y="163677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integration via a dedicated service layer (openai_service.py)</a:t>
            </a:r>
            <a:endParaRPr lang="en-US" sz="1250" dirty="0"/>
          </a:p>
        </p:txBody>
      </p:sp>
      <p:pic>
        <p:nvPicPr>
          <p:cNvPr id="6" name="Image 1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58568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" y="218541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Summary: a structured, 300-500 word summary for any saved paper</a:t>
            </a:r>
            <a:endParaRPr lang="en-US" sz="1250" dirty="0"/>
          </a:p>
        </p:txBody>
      </p:sp>
      <p:pic>
        <p:nvPicPr>
          <p:cNvPr id="8" name="Image 2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7208"/>
            <a:ext cx="201168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3816" y="273405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Analysis scoped to each project's own research question</a:t>
            </a:r>
            <a:endParaRPr lang="en-US" sz="1250" dirty="0"/>
          </a:p>
        </p:txBody>
      </p:sp>
      <p:pic>
        <p:nvPicPr>
          <p:cNvPr id="10" name="Image 3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355848"/>
            <a:ext cx="201168" cy="20116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13816" y="328269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per-paper detail page: abstract, AI Summary, relevance, notes</a:t>
            </a:r>
            <a:endParaRPr lang="en-US" sz="1250" dirty="0"/>
          </a:p>
        </p:txBody>
      </p:sp>
      <p:pic>
        <p:nvPicPr>
          <p:cNvPr id="12" name="Image 4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904488"/>
            <a:ext cx="201168" cy="20116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13816" y="383133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Paper Analysis" hub page across every saved paper</a:t>
            </a:r>
            <a:endParaRPr lang="en-US" sz="1250" dirty="0"/>
          </a:p>
        </p:txBody>
      </p:sp>
      <p:pic>
        <p:nvPicPr>
          <p:cNvPr id="14" name="Image 5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453128"/>
            <a:ext cx="201168" cy="201168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813816" y="437997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Multi-note system replacing the old single free-text notes field</a:t>
            </a:r>
            <a:endParaRPr lang="en-US" sz="1250" dirty="0"/>
          </a:p>
        </p:txBody>
      </p:sp>
      <p:pic>
        <p:nvPicPr>
          <p:cNvPr id="16" name="Image 6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5001768"/>
            <a:ext cx="201168" cy="201168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813816" y="492861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single-note data automatically migrated, once, with no loss</a:t>
            </a:r>
            <a:endParaRPr lang="en-US" sz="1250" dirty="0"/>
          </a:p>
        </p:txBody>
      </p:sp>
      <p:sp>
        <p:nvSpPr>
          <p:cNvPr id="18" name="Shape 9"/>
          <p:cNvSpPr/>
          <p:nvPr/>
        </p:nvSpPr>
        <p:spPr>
          <a:xfrm>
            <a:off x="6035040" y="1627632"/>
            <a:ext cx="5653735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pic>
        <p:nvPicPr>
          <p:cNvPr id="19" name="Image 7" descr="/tmp/claude-0/-home-claude/8aa44312-0fe2-5592-9e58-f7573fdf65a9/scratchpad/screenshots/paper_detail_crop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108192" y="1700784"/>
            <a:ext cx="5507431" cy="4014216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6035040" y="5852160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screenshot - AI Summary on a saved paper</a:t>
            </a:r>
            <a:endParaRPr lang="en-US" sz="1050" dirty="0"/>
          </a:p>
        </p:txBody>
      </p:sp>
      <p:sp>
        <p:nvSpPr>
          <p:cNvPr id="21" name="Text 11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3 Update</a:t>
            </a:r>
            <a:endParaRPr lang="en-US" sz="900" dirty="0"/>
          </a:p>
        </p:txBody>
      </p:sp>
      <p:sp>
        <p:nvSpPr>
          <p:cNvPr id="22" name="Text 1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Key Achievements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progress since the Sprint 2 prototype review - Sprint 3 scope, complete.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484778" cy="1417320"/>
          </a:xfrm>
          <a:prstGeom prst="roundRect">
            <a:avLst>
              <a:gd name="adj" fmla="val 5161"/>
            </a:avLst>
          </a:prstGeom>
          <a:solidFill>
            <a:srgbClr val="EEEA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783080"/>
            <a:ext cx="3484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D5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300-500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87168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per structured AI-generated summary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53458" y="1645920"/>
            <a:ext cx="3484778" cy="1417320"/>
          </a:xfrm>
          <a:prstGeom prst="roundRect">
            <a:avLst>
              <a:gd name="adj" fmla="val 5161"/>
            </a:avLst>
          </a:prstGeom>
          <a:solidFill>
            <a:srgbClr val="ECFD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53458" y="1783080"/>
            <a:ext cx="3484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8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487168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AI analyses per saved paper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03997" y="1645920"/>
            <a:ext cx="3484778" cy="1417320"/>
          </a:xfrm>
          <a:prstGeom prst="roundRect">
            <a:avLst>
              <a:gd name="adj" fmla="val 5161"/>
            </a:avLst>
          </a:prstGeom>
          <a:solidFill>
            <a:srgbClr val="FE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03997" y="1783080"/>
            <a:ext cx="3484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7D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432597" y="2487168"/>
            <a:ext cx="3027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existing note data auto-migrated, zero loss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337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shipped</a:t>
            </a:r>
            <a:endParaRPr lang="en-US" sz="1500" dirty="0"/>
          </a:p>
        </p:txBody>
      </p:sp>
      <p:pic>
        <p:nvPicPr>
          <p:cNvPr id="14" name="Image 0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794760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13816" y="3712464"/>
            <a:ext cx="51220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longer AI Summary format (up from a one-line blurb)</a:t>
            </a:r>
            <a:endParaRPr lang="en-US" sz="1150" dirty="0"/>
          </a:p>
        </p:txBody>
      </p:sp>
      <p:pic>
        <p:nvPicPr>
          <p:cNvPr id="16" name="Image 1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868" y="37947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566764" y="3712464"/>
            <a:ext cx="51220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Analysis grounded in each project's own research question</a:t>
            </a:r>
            <a:endParaRPr lang="en-US" sz="1150" dirty="0"/>
          </a:p>
        </p:txBody>
      </p:sp>
      <p:pic>
        <p:nvPicPr>
          <p:cNvPr id="18" name="Image 2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3816" y="4443984"/>
            <a:ext cx="51220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"AI Paper Analysis" hub page across every saved paper</a:t>
            </a:r>
            <a:endParaRPr lang="en-US" sz="1150" dirty="0"/>
          </a:p>
        </p:txBody>
      </p:sp>
      <p:pic>
        <p:nvPicPr>
          <p:cNvPr id="20" name="Image 3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8" y="4526280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66764" y="4443984"/>
            <a:ext cx="51220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Multi-note system: unlimited titled notes, add / edit / delete</a:t>
            </a:r>
            <a:endParaRPr lang="en-US" sz="1150" dirty="0"/>
          </a:p>
        </p:txBody>
      </p:sp>
      <p:pic>
        <p:nvPicPr>
          <p:cNvPr id="22" name="Image 4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5257800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13816" y="5175504"/>
            <a:ext cx="51220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single-note field migrated to the new system automatically</a:t>
            </a:r>
            <a:endParaRPr lang="en-US" sz="1150" dirty="0"/>
          </a:p>
        </p:txBody>
      </p:sp>
      <p:pic>
        <p:nvPicPr>
          <p:cNvPr id="24" name="Image 5" descr="/tmp/claude-0/-home-claude/8aa44312-0fe2-5592-9e58-f7573fdf65a9/scratchpad/pptx_work/icons/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5868" y="5257800"/>
            <a:ext cx="201168" cy="20116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566764" y="5175504"/>
            <a:ext cx="51220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Sprint 3 roadmap items delivered end-to-end</a:t>
            </a:r>
            <a:endParaRPr lang="en-US" sz="1150" dirty="0"/>
          </a:p>
        </p:txBody>
      </p:sp>
      <p:sp>
        <p:nvSpPr>
          <p:cNvPr id="26" name="Text 18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3 Update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2026-09-13T08:54:17Z</dcterms:created>
  <dcterms:modified xsi:type="dcterms:W3CDTF">2026-09-13T08:54:17Z</dcterms:modified>
</cp:coreProperties>
</file>