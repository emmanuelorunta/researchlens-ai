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3 update deck (condensed 4-slide version), formatted to match the Sprint 1 and Sprint 2 decks. Covers the four Sprint 3 roadmap items: OpenAI integration, AI-generated paper summaries, relevance analysis, and the new multi-note system - scoped strictly to Sprint 3 of the 5-sprint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objectives for Sprint 3, each mapped 1:1 to a roadmap line item: OpenAI API integration, AI-generated paper summarisation, relevance analysis, and the new multi-note system (user notes). PDF upload, the fifth Sprint 3 roadmap item, is omitted here since it actually shipped early in Sprint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checklist alongside a real screenshot of the per-paper detail page, not a mockup - shows the AI Summary card as rendered by the actual template and stylesheet. Scoped to the four Sprint 3 roadmap items: OpenAI integration, summarisation, relevance analysis, and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forward look at Sprint 4 (Research Intelligence - Agentic RAG), mapped 1:1 to its four roadmap line items: evidence tracking, Ask Your Literature, structured paper comparison, and a minimal tool-using OpenAI Agent - the project's core agentic AI deliverable. Paper comparison is flagged 'Started Early' since the Literature Matrix (AI-extracted Methodology/Sample/Findings/Limitations across a project's saved papers, directly editable) is already built ahead of its Sprint 4 slot, the same way PDF upload shipped early in Sprint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243A"/>
          </a:solidFill>
          <a:ln w="12700">
            <a:solidFill>
              <a:srgbClr val="2A3A54"/>
            </a:solidFill>
            <a:prstDash val="solid"/>
          </a:ln>
        </p:spPr>
      </p:sp>
      <p:pic>
        <p:nvPicPr>
          <p:cNvPr id="3" name="Image 0" descr="/tmp/claude-0/-home-claude/8aa44312-0fe2-5592-9e58-f7573fdf65a9/scratchpad/pptx_work/icons/z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75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ResearchLens AI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2920" y="23317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 w="12700">
            <a:solidFill>
              <a:srgbClr val="2F436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2331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OF 5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74320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Progress Update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6393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OpenAI-powered paper summaries, relevance analysis, and a multi-note system for saved papers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02920" y="4343400"/>
            <a:ext cx="2033626" cy="384048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 w="12700">
            <a:solidFill>
              <a:srgbClr val="2F43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343400"/>
            <a:ext cx="2033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19426" y="4343400"/>
            <a:ext cx="1441094" cy="384048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 w="12700">
            <a:solidFill>
              <a:srgbClr val="2F436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19426" y="434340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4343400"/>
            <a:ext cx="2033626" cy="384048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 w="12700">
            <a:solidFill>
              <a:srgbClr val="2F43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4343400"/>
            <a:ext cx="2033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Analysis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59906" y="4343400"/>
            <a:ext cx="1934870" cy="384048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 w="12700">
            <a:solidFill>
              <a:srgbClr val="2F43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59906" y="4343400"/>
            <a:ext cx="1934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Multi-Note System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6080760"/>
            <a:ext cx="11185855" cy="0"/>
          </a:xfrm>
          <a:prstGeom prst="line">
            <a:avLst/>
          </a:prstGeom>
          <a:noFill/>
          <a:ln w="12700">
            <a:solidFill>
              <a:srgbClr val="24355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ResearchLens  ·  Capstone Project  ·  Sep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Core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project roadmap's Sprint 3 scope: OpenAI integration, paper summarisation, relevance analysis, and user notes.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9280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/tmp/claude-0/-home-claude/8aa44312-0fe2-5592-9e58-f7573fdf65a9/scratchpad/pptx_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0402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9280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API Integration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56032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wired in through a dedicated service layer (openai_service.py), following the same pattern already used for search and authentication.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1336" y="189280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/tmp/claude-0/-home-claude/8aa44312-0fe2-5592-9e58-f7573fdf65a9/scratchpad/pptx_wor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737" y="20402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189280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Summaries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71336" y="256032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300-500 word OpenAI-generated summary for any saved paper, drawn from its abstract, extracted PDF text, or open-access full text.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02336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" y="43159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/tmp/claude-0/-home-claude/8aa44312-0fe2-5592-9e58-f7573fdf65a9/scratchpad/pptx_wor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29" y="446336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159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Analysis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795528" y="498348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assessment of how well a saved paper answers the project's own research question - not a generic summary, but a project-specific judgement.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8728" y="402336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1336" y="43159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3" descr="/tmp/claude-0/-home-claude/8aa44312-0fe2-5592-9e58-f7573fdf65a9/scratchpad/pptx_work/icons/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37" y="446336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0288" y="43159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Multi-Note System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71336" y="498348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papers now hold any number of titled notes instead of one free-text field, each addable, editable, and deletable on its own.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3 Update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- screenshot taken directly from the running app.</a:t>
            </a:r>
            <a:endParaRPr lang="en-US" sz="1350" dirty="0"/>
          </a:p>
        </p:txBody>
      </p:sp>
      <p:pic>
        <p:nvPicPr>
          <p:cNvPr id="4" name="Image 0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9928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163677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 via a dedicated service layer (openai_service.py)</a:t>
            </a:r>
            <a:endParaRPr lang="en-US" sz="1250" dirty="0"/>
          </a:p>
        </p:txBody>
      </p:sp>
      <p:pic>
        <p:nvPicPr>
          <p:cNvPr id="6" name="Image 1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58568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3816" y="218541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Summary: a structured, 300-500 word summary for any saved paper</a:t>
            </a:r>
            <a:endParaRPr lang="en-US" sz="1250" dirty="0"/>
          </a:p>
        </p:txBody>
      </p:sp>
      <p:pic>
        <p:nvPicPr>
          <p:cNvPr id="8" name="Image 2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07208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" y="273405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Analysis scoped to each project's own research question</a:t>
            </a:r>
            <a:endParaRPr lang="en-US" sz="1250" dirty="0"/>
          </a:p>
        </p:txBody>
      </p:sp>
      <p:pic>
        <p:nvPicPr>
          <p:cNvPr id="10" name="Image 3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55848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13816" y="328269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per-paper detail page: abstract, AI Summary, relevance, notes</a:t>
            </a:r>
            <a:endParaRPr lang="en-US" sz="1250" dirty="0"/>
          </a:p>
        </p:txBody>
      </p:sp>
      <p:pic>
        <p:nvPicPr>
          <p:cNvPr id="12" name="Image 4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04488"/>
            <a:ext cx="201168" cy="20116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13816" y="383133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Paper Analysis" hub page across every saved paper</a:t>
            </a:r>
            <a:endParaRPr lang="en-US" sz="1250" dirty="0"/>
          </a:p>
        </p:txBody>
      </p:sp>
      <p:pic>
        <p:nvPicPr>
          <p:cNvPr id="14" name="Image 5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53128"/>
            <a:ext cx="201168" cy="20116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13816" y="437997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Multi-note system replacing the old single free-text notes field</a:t>
            </a:r>
            <a:endParaRPr lang="en-US" sz="1250" dirty="0"/>
          </a:p>
        </p:txBody>
      </p:sp>
      <p:pic>
        <p:nvPicPr>
          <p:cNvPr id="16" name="Image 6" descr="/tmp/claude-0/-home-claude/8aa44312-0fe2-5592-9e58-f7573fdf65a9/scratchpad/pptx_work/icons/check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001768"/>
            <a:ext cx="201168" cy="201168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13816" y="4928616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single-note data automatically migrated, once, with no loss</a:t>
            </a:r>
            <a:endParaRPr lang="en-US" sz="1250" dirty="0"/>
          </a:p>
        </p:txBody>
      </p:sp>
      <p:sp>
        <p:nvSpPr>
          <p:cNvPr id="18" name="Shape 9"/>
          <p:cNvSpPr/>
          <p:nvPr/>
        </p:nvSpPr>
        <p:spPr>
          <a:xfrm>
            <a:off x="6035040" y="1627632"/>
            <a:ext cx="5653735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19" name="Image 7" descr="/tmp/claude-0/-home-claude/8aa44312-0fe2-5592-9e58-f7573fdf65a9/scratchpad/screenshots/paper_detail_crop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108192" y="1700784"/>
            <a:ext cx="5507431" cy="401421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035040" y="585216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- AI Summary on a saved paper</a:t>
            </a:r>
            <a:endParaRPr lang="en-US" sz="1050" dirty="0"/>
          </a:p>
        </p:txBody>
      </p:sp>
      <p:sp>
        <p:nvSpPr>
          <p:cNvPr id="21" name="Text 11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3 Update</a:t>
            </a:r>
            <a:endParaRPr lang="en-US" sz="900" dirty="0"/>
          </a:p>
        </p:txBody>
      </p:sp>
      <p:sp>
        <p:nvSpPr>
          <p:cNvPr id="22" name="Text 1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Sprint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project roadmap's Sprint 4 scope - Research Intelligence: Agentic RAG, scoped only to the literature you've chosen to save, never the open web.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9280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/tmp/claude-0/-home-claude/8aa44312-0fe2-5592-9e58-f7573fdf65a9/scratchpad/pptx_work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0402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9280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Tracking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56032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insight will link back to the specific saved paper(s) it drew from, so output stays grounded in citable sources rather than a bare claim.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1336" y="189280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/tmp/claude-0/-home-claude/8aa44312-0fe2-5592-9e58-f7573fdf65a9/scratchpad/pptx_work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737" y="20402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189280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Literature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71336" y="256032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question-answering feature grounded in, and cited to, the papers you've saved - retrieval scoped only to your own library, never the open web.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02336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" y="43159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/tmp/claude-0/-home-claude/8aa44312-0fe2-5592-9e58-f7573fdf65a9/scratchpad/pptx_work/icons/colum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29" y="446336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15968"/>
            <a:ext cx="284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Comparison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4486504" y="43251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486504" y="43251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Early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795528" y="498348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side-by-side comparison across multiple saved papers.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78728" y="4023360"/>
            <a:ext cx="5410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71336" y="43159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3" descr="/tmp/claude-0/-home-claude/8aa44312-0fe2-5592-9e58-f7573fdf65a9/scratchpad/pptx_work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37" y="4463369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30288" y="43159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OpenAI Agent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6571336" y="4983480"/>
            <a:ext cx="482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core agentic AI deliverable: a small, tool-using agent that plans and carries out a short multi-step task over your saved literature.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3 Update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2026-09-21T03:58:54Z</dcterms:created>
  <dcterms:modified xsi:type="dcterms:W3CDTF">2026-09-21T03:58:54Z</dcterms:modified>
</cp:coreProperties>
</file>